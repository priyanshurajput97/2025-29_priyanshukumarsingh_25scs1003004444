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7A1E2E"/>
          </a:solidFill>
          <a:ln/>
        </p:spPr>
      </p:sp>
      <p:pic>
        <p:nvPicPr>
          <p:cNvPr id="3" name="Image 0" descr="/home/claude/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502920"/>
            <a:ext cx="137160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317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REPORT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C5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C++ PROGRAMMING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175504" y="4023360"/>
            <a:ext cx="1828800" cy="18288"/>
          </a:xfrm>
          <a:prstGeom prst="rect">
            <a:avLst/>
          </a:prstGeom>
          <a:solidFill>
            <a:srgbClr val="E8ECF5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2062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50749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53492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PRIYANSHU KUMAR SINGH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57200" y="58064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No.: 25SCS1003004444  |  B.Tech CSE, 3rd Semester  |  Batch: 2026-27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10819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CodSoft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34747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74552" cy="18288"/>
          </a:xfrm>
          <a:prstGeom prst="rect">
            <a:avLst/>
          </a:prstGeom>
          <a:solidFill>
            <a:srgbClr val="E8EC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6949440" cy="4892040"/>
          </a:xfrm>
          <a:prstGeom prst="roundRect">
            <a:avLst>
              <a:gd name="adj" fmla="val 1495"/>
            </a:avLst>
          </a:prstGeom>
          <a:solidFill>
            <a:srgbClr val="E8EC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at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7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focused on C++ programming and console-based application development.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internship, programming logic, problem-solving, control structures, functions, and user input handling were practiced. The practical work involved developing multiple mini-projects using C++.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589520" y="1417320"/>
            <a:ext cx="4142232" cy="1371600"/>
          </a:xfrm>
          <a:prstGeom prst="roundRect">
            <a:avLst>
              <a:gd name="adj" fmla="val 5333"/>
            </a:avLst>
          </a:prstGeom>
          <a:solidFill>
            <a:srgbClr val="1E2A5E"/>
          </a:solidFill>
          <a:ln/>
        </p:spPr>
      </p:sp>
      <p:sp>
        <p:nvSpPr>
          <p:cNvPr id="9" name="Text 7"/>
          <p:cNvSpPr/>
          <p:nvPr/>
        </p:nvSpPr>
        <p:spPr>
          <a:xfrm>
            <a:off x="7818120" y="1600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18120" y="19476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C++ Programming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589520" y="3017520"/>
            <a:ext cx="4142232" cy="1371600"/>
          </a:xfrm>
          <a:prstGeom prst="roundRect">
            <a:avLst>
              <a:gd name="adj" fmla="val 5333"/>
            </a:avLst>
          </a:prstGeom>
          <a:solidFill>
            <a:srgbClr val="1E2A5E"/>
          </a:solidFill>
          <a:ln/>
        </p:spPr>
      </p:sp>
      <p:sp>
        <p:nvSpPr>
          <p:cNvPr id="12" name="Text 10"/>
          <p:cNvSpPr/>
          <p:nvPr/>
        </p:nvSpPr>
        <p:spPr>
          <a:xfrm>
            <a:off x="7818120" y="3200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18120" y="35478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CodSoft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589520" y="4617720"/>
            <a:ext cx="4142232" cy="1371600"/>
          </a:xfrm>
          <a:prstGeom prst="roundRect">
            <a:avLst>
              <a:gd name="adj" fmla="val 5333"/>
            </a:avLst>
          </a:prstGeom>
          <a:solidFill>
            <a:srgbClr val="1E2A5E"/>
          </a:solidFill>
          <a:ln/>
        </p:spPr>
      </p:sp>
      <p:sp>
        <p:nvSpPr>
          <p:cNvPr id="15" name="Text 13"/>
          <p:cNvSpPr/>
          <p:nvPr/>
        </p:nvSpPr>
        <p:spPr>
          <a:xfrm>
            <a:off x="7818120" y="4800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TYPE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18120" y="51480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 Applications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— C++ Programming | Priyanshu Kumar Singh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34747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 &amp; 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74552" cy="18288"/>
          </a:xfrm>
          <a:prstGeom prst="rect">
            <a:avLst/>
          </a:prstGeom>
          <a:solidFill>
            <a:srgbClr val="E8EC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8ECF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provided an internship focused on C++ Programming, with emphasis on practical programming and application development.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offered an opportunity to apply programming concepts through console-based projects.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13716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1E2A5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488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problem addressed was to convert basic programming concepts into functional, interactive console applications.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3429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required: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379476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correct program logic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user inputs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application flow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different possible cases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— C++ Programming | Priyanshu Kumar Singh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34747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74552" cy="18288"/>
          </a:xfrm>
          <a:prstGeom prst="rect">
            <a:avLst/>
          </a:prstGeom>
          <a:solidFill>
            <a:srgbClr val="E8EC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E8ECF5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37360"/>
            <a:ext cx="640080" cy="640080"/>
          </a:xfrm>
          <a:prstGeom prst="ellipse">
            <a:avLst/>
          </a:prstGeom>
          <a:solidFill>
            <a:srgbClr val="7A1E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3072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C++ programming fundamentals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52544" y="146304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1E2A5E"/>
          </a:solidFill>
          <a:ln/>
        </p:spPr>
      </p:sp>
      <p:sp>
        <p:nvSpPr>
          <p:cNvPr id="10" name="Shape 8"/>
          <p:cNvSpPr/>
          <p:nvPr/>
        </p:nvSpPr>
        <p:spPr>
          <a:xfrm>
            <a:off x="4626864" y="1737360"/>
            <a:ext cx="640080" cy="640080"/>
          </a:xfrm>
          <a:prstGeom prst="ellipse">
            <a:avLst/>
          </a:prstGeom>
          <a:solidFill>
            <a:srgbClr val="7A1E2E"/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81144" y="2514600"/>
            <a:ext cx="3072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logical thinking and problem-solving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47888" y="146304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E8ECF5"/>
          </a:solidFill>
          <a:ln/>
        </p:spPr>
      </p:sp>
      <p:sp>
        <p:nvSpPr>
          <p:cNvPr id="14" name="Shape 12"/>
          <p:cNvSpPr/>
          <p:nvPr/>
        </p:nvSpPr>
        <p:spPr>
          <a:xfrm>
            <a:off x="8522208" y="1737360"/>
            <a:ext cx="640080" cy="640080"/>
          </a:xfrm>
          <a:prstGeom prst="ellipse">
            <a:avLst/>
          </a:prstGeom>
          <a:solidFill>
            <a:srgbClr val="7A1E2E"/>
          </a:solidFill>
          <a:ln/>
        </p:spPr>
      </p:sp>
      <p:sp>
        <p:nvSpPr>
          <p:cNvPr id="15" name="Text 13"/>
          <p:cNvSpPr/>
          <p:nvPr/>
        </p:nvSpPr>
        <p:spPr>
          <a:xfrm>
            <a:off x="8522208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476488" y="2514600"/>
            <a:ext cx="3072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control structures and functions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1E2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4206240"/>
            <a:ext cx="640080" cy="640080"/>
          </a:xfrm>
          <a:prstGeom prst="ellipse">
            <a:avLst/>
          </a:prstGeom>
          <a:solidFill>
            <a:srgbClr val="7A1E2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5800" y="4983480"/>
            <a:ext cx="3072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practical experience through projects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352544" y="393192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E8ECF5"/>
          </a:solidFill>
          <a:ln/>
        </p:spPr>
      </p:sp>
      <p:sp>
        <p:nvSpPr>
          <p:cNvPr id="22" name="Shape 20"/>
          <p:cNvSpPr/>
          <p:nvPr/>
        </p:nvSpPr>
        <p:spPr>
          <a:xfrm>
            <a:off x="4626864" y="4206240"/>
            <a:ext cx="640080" cy="640080"/>
          </a:xfrm>
          <a:prstGeom prst="ellipse">
            <a:avLst/>
          </a:prstGeom>
          <a:solidFill>
            <a:srgbClr val="7A1E2E"/>
          </a:solidFill>
          <a:ln/>
        </p:spPr>
      </p:sp>
      <p:sp>
        <p:nvSpPr>
          <p:cNvPr id="23" name="Text 21"/>
          <p:cNvSpPr/>
          <p:nvPr/>
        </p:nvSpPr>
        <p:spPr>
          <a:xfrm>
            <a:off x="4626864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581144" y="4983480"/>
            <a:ext cx="3072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user-interactive console applications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— C++ Programming | Priyanshu Kumar Singh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34747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 &amp; Technologies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74552" cy="18288"/>
          </a:xfrm>
          <a:prstGeom prst="rect">
            <a:avLst/>
          </a:prstGeom>
          <a:solidFill>
            <a:srgbClr val="E8EC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6766560" cy="4343400"/>
          </a:xfrm>
          <a:prstGeom prst="roundRect">
            <a:avLst>
              <a:gd name="adj" fmla="val 1684"/>
            </a:avLst>
          </a:prstGeom>
          <a:solidFill>
            <a:srgbClr val="E8ECF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work covers console-based C++ applications and the practical use of programming fundamentals.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developed applications include a Number Guessing Game, To-Do List, and Tic-Tac-Toe.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4251960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scope includes programming logic, user input handling, control structures, functions, testing and debugging.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498080" y="1371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498080" y="187452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1E2A5E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18745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98080" y="297180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1E2A5E"/>
          </a:solidFill>
          <a:ln/>
        </p:spPr>
      </p:sp>
      <p:sp>
        <p:nvSpPr>
          <p:cNvPr id="14" name="Text 12"/>
          <p:cNvSpPr/>
          <p:nvPr/>
        </p:nvSpPr>
        <p:spPr>
          <a:xfrm>
            <a:off x="7726680" y="29718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Standard Library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498080" y="406908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1E2A5E"/>
          </a:solidFill>
          <a:ln/>
        </p:spPr>
      </p:sp>
      <p:sp>
        <p:nvSpPr>
          <p:cNvPr id="16" name="Text 14"/>
          <p:cNvSpPr/>
          <p:nvPr/>
        </p:nvSpPr>
        <p:spPr>
          <a:xfrm>
            <a:off x="7726680" y="406908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C++ Compiler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498080" y="516636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1E2A5E"/>
          </a:solidFill>
          <a:ln/>
        </p:spPr>
      </p:sp>
      <p:sp>
        <p:nvSpPr>
          <p:cNvPr id="18" name="Text 16"/>
          <p:cNvSpPr/>
          <p:nvPr/>
        </p:nvSpPr>
        <p:spPr>
          <a:xfrm>
            <a:off x="7726680" y="51663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Console-based Interface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— C++ Programming | Priyanshu Kumar Singh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34747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74552" cy="18288"/>
          </a:xfrm>
          <a:prstGeom prst="rect">
            <a:avLst/>
          </a:prstGeom>
          <a:solidFill>
            <a:srgbClr val="E8EC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1E2A5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71800" y="19202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74720" y="192024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1E2A5E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9202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Logic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89320" y="19202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92240" y="192024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1E2A5E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9202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006840" y="19202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509760" y="192024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7A1E2E"/>
          </a:solidFill>
          <a:ln/>
        </p:spPr>
      </p:sp>
      <p:sp>
        <p:nvSpPr>
          <p:cNvPr id="16" name="Text 14"/>
          <p:cNvSpPr/>
          <p:nvPr/>
        </p:nvSpPr>
        <p:spPr>
          <a:xfrm>
            <a:off x="9509760" y="19202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2075688" cy="2194560"/>
          </a:xfrm>
          <a:prstGeom prst="roundRect">
            <a:avLst>
              <a:gd name="adj" fmla="val 3524"/>
            </a:avLst>
          </a:prstGeom>
          <a:solidFill>
            <a:srgbClr val="E8EC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243584" y="3886200"/>
            <a:ext cx="502920" cy="502920"/>
          </a:xfrm>
          <a:prstGeom prst="ellipse">
            <a:avLst/>
          </a:prstGeom>
          <a:solidFill>
            <a:srgbClr val="7A1E2E"/>
          </a:solidFill>
          <a:ln/>
        </p:spPr>
      </p:sp>
      <p:sp>
        <p:nvSpPr>
          <p:cNvPr id="20" name="Text 18"/>
          <p:cNvSpPr/>
          <p:nvPr/>
        </p:nvSpPr>
        <p:spPr>
          <a:xfrm>
            <a:off x="1243584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66928" y="4526280"/>
            <a:ext cx="18562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problem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06624" y="3703320"/>
            <a:ext cx="2075688" cy="2194560"/>
          </a:xfrm>
          <a:prstGeom prst="roundRect">
            <a:avLst>
              <a:gd name="adj" fmla="val 3524"/>
            </a:avLst>
          </a:prstGeom>
          <a:solidFill>
            <a:srgbClr val="E8ECF5"/>
          </a:solidFill>
          <a:ln/>
        </p:spPr>
      </p:sp>
      <p:sp>
        <p:nvSpPr>
          <p:cNvPr id="23" name="Shape 21"/>
          <p:cNvSpPr/>
          <p:nvPr/>
        </p:nvSpPr>
        <p:spPr>
          <a:xfrm>
            <a:off x="3493008" y="3886200"/>
            <a:ext cx="502920" cy="502920"/>
          </a:xfrm>
          <a:prstGeom prst="ellipse">
            <a:avLst/>
          </a:prstGeom>
          <a:solidFill>
            <a:srgbClr val="7A1E2E"/>
          </a:solidFill>
          <a:ln/>
        </p:spPr>
      </p:sp>
      <p:sp>
        <p:nvSpPr>
          <p:cNvPr id="24" name="Text 22"/>
          <p:cNvSpPr/>
          <p:nvPr/>
        </p:nvSpPr>
        <p:spPr>
          <a:xfrm>
            <a:off x="3493008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816352" y="4526280"/>
            <a:ext cx="18562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it into smaller steps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956048" y="3703320"/>
            <a:ext cx="2075688" cy="2194560"/>
          </a:xfrm>
          <a:prstGeom prst="roundRect">
            <a:avLst>
              <a:gd name="adj" fmla="val 3524"/>
            </a:avLst>
          </a:prstGeom>
          <a:solidFill>
            <a:srgbClr val="E8ECF5"/>
          </a:solidFill>
          <a:ln/>
        </p:spPr>
      </p:sp>
      <p:sp>
        <p:nvSpPr>
          <p:cNvPr id="27" name="Shape 25"/>
          <p:cNvSpPr/>
          <p:nvPr/>
        </p:nvSpPr>
        <p:spPr>
          <a:xfrm>
            <a:off x="5742432" y="3886200"/>
            <a:ext cx="502920" cy="502920"/>
          </a:xfrm>
          <a:prstGeom prst="ellipse">
            <a:avLst/>
          </a:prstGeom>
          <a:solidFill>
            <a:srgbClr val="7A1E2E"/>
          </a:solidFill>
          <a:ln/>
        </p:spPr>
      </p:sp>
      <p:sp>
        <p:nvSpPr>
          <p:cNvPr id="28" name="Text 26"/>
          <p:cNvSpPr/>
          <p:nvPr/>
        </p:nvSpPr>
        <p:spPr>
          <a:xfrm>
            <a:off x="5742432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065776" y="4526280"/>
            <a:ext cx="18562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logic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205472" y="3703320"/>
            <a:ext cx="2075688" cy="2194560"/>
          </a:xfrm>
          <a:prstGeom prst="roundRect">
            <a:avLst>
              <a:gd name="adj" fmla="val 3524"/>
            </a:avLst>
          </a:prstGeom>
          <a:solidFill>
            <a:srgbClr val="E8ECF5"/>
          </a:solidFill>
          <a:ln/>
        </p:spPr>
      </p:sp>
      <p:sp>
        <p:nvSpPr>
          <p:cNvPr id="31" name="Shape 29"/>
          <p:cNvSpPr/>
          <p:nvPr/>
        </p:nvSpPr>
        <p:spPr>
          <a:xfrm>
            <a:off x="7991856" y="3886200"/>
            <a:ext cx="502920" cy="502920"/>
          </a:xfrm>
          <a:prstGeom prst="ellipse">
            <a:avLst/>
          </a:prstGeom>
          <a:solidFill>
            <a:srgbClr val="7A1E2E"/>
          </a:solidFill>
          <a:ln/>
        </p:spPr>
      </p:sp>
      <p:sp>
        <p:nvSpPr>
          <p:cNvPr id="32" name="Text 30"/>
          <p:cNvSpPr/>
          <p:nvPr/>
        </p:nvSpPr>
        <p:spPr>
          <a:xfrm>
            <a:off x="7991856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315200" y="4526280"/>
            <a:ext cx="18562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the solution in C++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454896" y="3703320"/>
            <a:ext cx="2075688" cy="2194560"/>
          </a:xfrm>
          <a:prstGeom prst="roundRect">
            <a:avLst>
              <a:gd name="adj" fmla="val 3524"/>
            </a:avLst>
          </a:prstGeom>
          <a:solidFill>
            <a:srgbClr val="E8ECF5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41280" y="3886200"/>
            <a:ext cx="502920" cy="502920"/>
          </a:xfrm>
          <a:prstGeom prst="ellipse">
            <a:avLst/>
          </a:prstGeom>
          <a:solidFill>
            <a:srgbClr val="7A1E2E"/>
          </a:solidFill>
          <a:ln/>
        </p:spPr>
      </p:sp>
      <p:sp>
        <p:nvSpPr>
          <p:cNvPr id="36" name="Text 34"/>
          <p:cNvSpPr/>
          <p:nvPr/>
        </p:nvSpPr>
        <p:spPr>
          <a:xfrm>
            <a:off x="102412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564624" y="4526280"/>
            <a:ext cx="18562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debugging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— C++ Programming | Priyanshu Kumar Singh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34747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 Developed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74552" cy="18288"/>
          </a:xfrm>
          <a:prstGeom prst="rect">
            <a:avLst/>
          </a:prstGeom>
          <a:solidFill>
            <a:srgbClr val="E8EC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3630168" cy="4846320"/>
          </a:xfrm>
          <a:prstGeom prst="roundRect">
            <a:avLst>
              <a:gd name="adj" fmla="val 2519"/>
            </a:avLst>
          </a:prstGeom>
          <a:solidFill>
            <a:srgbClr val="E8EC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Guessing Game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30815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C++ application in which the user attempts to guess a number. Uses conditions and control structures for an interactive way to practice programming logic.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70248" y="1463040"/>
            <a:ext cx="3630168" cy="4846320"/>
          </a:xfrm>
          <a:prstGeom prst="roundRect">
            <a:avLst>
              <a:gd name="adj" fmla="val 2519"/>
            </a:avLst>
          </a:prstGeom>
          <a:solidFill>
            <a:srgbClr val="1E2A5E"/>
          </a:solidFill>
          <a:ln/>
        </p:spPr>
      </p:sp>
      <p:sp>
        <p:nvSpPr>
          <p:cNvPr id="10" name="Text 8"/>
          <p:cNvSpPr/>
          <p:nvPr/>
        </p:nvSpPr>
        <p:spPr>
          <a:xfrm>
            <a:off x="4544568" y="1737360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44568" y="205740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To-Do List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44568" y="2971800"/>
            <a:ext cx="30815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task management application that allows users to manage tasks. Uses C++ programming concepts and user input handling to organize information.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83296" y="1463040"/>
            <a:ext cx="3630168" cy="4846320"/>
          </a:xfrm>
          <a:prstGeom prst="roundRect">
            <a:avLst>
              <a:gd name="adj" fmla="val 2519"/>
            </a:avLst>
          </a:prstGeom>
          <a:solidFill>
            <a:srgbClr val="E8ECF5"/>
          </a:solidFill>
          <a:ln/>
        </p:spPr>
      </p:sp>
      <p:sp>
        <p:nvSpPr>
          <p:cNvPr id="14" name="Text 12"/>
          <p:cNvSpPr/>
          <p:nvPr/>
        </p:nvSpPr>
        <p:spPr>
          <a:xfrm>
            <a:off x="8357616" y="1737360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57616" y="205740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Tic-Tac-Toe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57616" y="2971800"/>
            <a:ext cx="30815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two-player console-based game implementing game logic using C++. Uses conditions, loops and functions to handle player input and game outcomes.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— C++ Programming | Priyanshu Kumar Singh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34747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Developed &amp; Challenges Faced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74552" cy="18288"/>
          </a:xfrm>
          <a:prstGeom prst="rect">
            <a:avLst/>
          </a:prstGeom>
          <a:solidFill>
            <a:srgbClr val="E8EC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Developed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8ECF5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2121408"/>
            <a:ext cx="219456" cy="219456"/>
          </a:xfrm>
          <a:prstGeom prst="ellipse">
            <a:avLst/>
          </a:prstGeom>
          <a:solidFill>
            <a:srgbClr val="7A1E2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Programming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633472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8ECF5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2834640"/>
            <a:ext cx="219456" cy="219456"/>
          </a:xfrm>
          <a:prstGeom prst="ellipse">
            <a:avLst/>
          </a:prstGeom>
          <a:solidFill>
            <a:srgbClr val="7A1E2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33472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Thinking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3346704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8EC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" y="3547872"/>
            <a:ext cx="219456" cy="219456"/>
          </a:xfrm>
          <a:prstGeom prst="ellipse">
            <a:avLst/>
          </a:prstGeom>
          <a:solidFill>
            <a:srgbClr val="7A1E2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346704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57200" y="4059936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8ECF5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" y="4261104"/>
            <a:ext cx="219456" cy="219456"/>
          </a:xfrm>
          <a:prstGeom prst="ellipse">
            <a:avLst/>
          </a:prstGeom>
          <a:solidFill>
            <a:srgbClr val="7A1E2E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059936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57200" y="4773168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8ECF5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" y="4974336"/>
            <a:ext cx="219456" cy="219456"/>
          </a:xfrm>
          <a:prstGeom prst="ellipse">
            <a:avLst/>
          </a:prstGeom>
          <a:solidFill>
            <a:srgbClr val="7A1E2E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7731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Handling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57200" y="548640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8ECF5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" y="5687568"/>
            <a:ext cx="219456" cy="219456"/>
          </a:xfrm>
          <a:prstGeom prst="ellipse">
            <a:avLst/>
          </a:prstGeom>
          <a:solidFill>
            <a:srgbClr val="7A1E2E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548640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Application Development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309360" y="14173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309360" y="1920240"/>
            <a:ext cx="5394960" cy="4251960"/>
          </a:xfrm>
          <a:prstGeom prst="roundRect">
            <a:avLst>
              <a:gd name="adj" fmla="val 1720"/>
            </a:avLst>
          </a:prstGeom>
          <a:solidFill>
            <a:srgbClr val="1E2A5E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219456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correct program logic</a:t>
            </a:r>
            <a:endParaRPr lang="en-US" sz="15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different user inputs</a:t>
            </a:r>
            <a:endParaRPr lang="en-US" sz="15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errors</a:t>
            </a:r>
            <a:endParaRPr lang="en-US" sz="15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game/application flow</a:t>
            </a:r>
            <a:endParaRPr lang="en-US" sz="15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different possible cases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— C++ Programming | Priyanshu Kumar Singh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34747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 &amp; 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74552" cy="18288"/>
          </a:xfrm>
          <a:prstGeom prst="rect">
            <a:avLst/>
          </a:prstGeom>
          <a:solidFill>
            <a:srgbClr val="E8EC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394960" cy="4251960"/>
          </a:xfrm>
          <a:prstGeom prst="roundRect">
            <a:avLst>
              <a:gd name="adj" fmla="val 1720"/>
            </a:avLst>
          </a:prstGeom>
          <a:solidFill>
            <a:srgbClr val="E8ECF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confidence in C++</a:t>
            </a:r>
            <a:endParaRPr lang="en-US" sz="155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understanding of programming fundamentals</a:t>
            </a:r>
            <a:endParaRPr lang="en-US" sz="155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convert ideas into working applications</a:t>
            </a:r>
            <a:endParaRPr lang="en-US" sz="155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debugging and problem-solving abilities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309360" y="14173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394960" cy="4251960"/>
          </a:xfrm>
          <a:prstGeom prst="roundRect">
            <a:avLst>
              <a:gd name="adj" fmla="val 1720"/>
            </a:avLst>
          </a:prstGeom>
          <a:solidFill>
            <a:srgbClr val="1E2A5E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219456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provided practical exposure to C++ programming. Three console-based applications were developed: Number Guessing Game, To-Do List, and Tic-Tac-Toe.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629400" y="39776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2C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strengthened programming logic and problem-solving skills, and provided hands-on experience in developing and testing C++ applications.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— C++ Programming | Priyanshu Kumar Singh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34747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Completion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74552" cy="18288"/>
          </a:xfrm>
          <a:prstGeom prst="rect">
            <a:avLst/>
          </a:prstGeom>
          <a:solidFill>
            <a:srgbClr val="E8ECF5"/>
          </a:solidFill>
          <a:ln/>
        </p:spPr>
      </p:sp>
      <p:sp>
        <p:nvSpPr>
          <p:cNvPr id="5" name="Shape 3"/>
          <p:cNvSpPr/>
          <p:nvPr/>
        </p:nvSpPr>
        <p:spPr>
          <a:xfrm>
            <a:off x="2510028" y="1307592"/>
            <a:ext cx="7168896" cy="5120640"/>
          </a:xfrm>
          <a:prstGeom prst="roundRect">
            <a:avLst>
              <a:gd name="adj" fmla="val 1071"/>
            </a:avLst>
          </a:prstGeom>
          <a:solidFill>
            <a:srgbClr val="E8ECF5"/>
          </a:solidFill>
          <a:ln/>
          <a:effectLst>
            <a:outerShdw sx="100000" sy="100000" kx="0" ky="0" algn="bl" rotWithShape="0" blurRad="101600" dist="38100" dir="5400000">
              <a:srgbClr val="1F2937">
                <a:alpha val="25000"/>
              </a:srgbClr>
            </a:outerShdw>
          </a:effectLst>
        </p:spPr>
      </p:sp>
      <p:pic>
        <p:nvPicPr>
          <p:cNvPr id="6" name="Image 0" descr="/home/claude/certifica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9756" y="1417320"/>
            <a:ext cx="6949440" cy="4901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— C++ Programming | Priyanshu Kumar Singh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548640"/>
            <a:ext cx="137160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BIBLIOGRAPHY / REFERENCES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828800" y="3063240"/>
            <a:ext cx="85313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Standard Library documentation and learning resources used during the internship.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internship project materials and instructions.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C++ programming references consulted during project development.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175504" y="5394960"/>
            <a:ext cx="1828800" cy="18288"/>
          </a:xfrm>
          <a:prstGeom prst="rect">
            <a:avLst/>
          </a:prstGeom>
          <a:solidFill>
            <a:srgbClr val="7A1E2E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2C5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Priyanshu Kumar Singh  |  25SCS1003004444  |  IILM University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2026-08-29T07:07:33Z</dcterms:created>
  <dcterms:modified xsi:type="dcterms:W3CDTF">2026-08-29T07:07:33Z</dcterms:modified>
</cp:coreProperties>
</file>